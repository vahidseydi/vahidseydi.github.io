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53F5-A74A-4D27-0C77-A5D99862A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00CD4-0FDC-4972-1B41-9E61845C1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3DACB-4EB5-09B9-78F8-0E7E43C6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5B92-DF3B-83FD-B171-72E5B395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8B5C7-3E7A-1312-4F3B-C957D131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60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C6F2-AE4E-7781-E3C3-358153F53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6715-097F-42C5-0AA4-0A054477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D1E12-EA09-DBE5-6D7E-0AE8330B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6D6A4-6AA3-0301-9F45-19B9262A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D54C0-B469-280D-E7FA-39E086D4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29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829B-3836-5F41-0912-358255F8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EB706-E41E-236F-2880-A9BE7DE11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FFCF-5C0A-51FD-A22E-6FBDA76D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BF835-8CC3-A53C-02B8-A7FA3151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8E8A-1C45-6AE2-C123-6A3133C9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21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365A-6019-0E9D-0BF4-75B65423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B026-648E-A60E-3AA4-238FE6020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ABE12-BE05-3617-9806-2E9BD7B7B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BFCBE-9F35-26E2-7683-18088844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16D21-50C3-BEE3-7B34-8362619D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9E2E2-5BD4-E305-9641-F02CB4AA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7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AAE2-A0D3-B918-DF96-138606D0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5FB38-9120-9E18-FEF6-EF5FB394E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0173-3BA8-659A-BCF7-A74E62B54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E618F-3B42-7884-6E63-FC1760547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BFEBC-6D73-0536-8DEC-B0737FFC3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C7577-830E-A898-2C49-8E9162B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349E1-2EBD-4B83-28FD-A37BBBFC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BB791-F4FC-57D7-C4DF-F006FA27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20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0B89-D2AA-ABA8-DF0B-9D867668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1145B-77F7-4D0D-35DA-CEBCA399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AABCC-D615-4678-9986-B4501BEF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3447-DA28-CE54-469F-1C06DAA6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30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15F65-C12F-D05C-AEC3-32950564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61BCE-AFAC-4E0B-D7A2-4DC1B2E2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018A4-4574-FA2B-990B-2B9F5747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01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9CB1-AF71-246D-3BCC-8B1EBB21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B8908-DA31-5CC6-1E22-376158DB9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2544A-FB24-11E9-7035-A62627402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996F8-0F2A-0F81-C7AD-7EC15BF55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F0F7C-70B5-5B16-6E4A-4FDF67FA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F1AC1-38C5-3C24-5766-A1A7A437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26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5BF-E154-B4C7-27E9-BB6403F6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922EC-4740-483D-024F-9C82EA764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64831-1335-5770-482D-2F6F4A61E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5EFC4-B556-4F2D-A92D-2BEC56DA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B4623-4A57-247C-BDB4-15AA9745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0DDE2-EB04-3D1E-5C11-BE2E61F7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55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AE7F-77C4-BD41-269A-4DADD31D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0674F-6946-6846-D427-832E17647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C99C4-FBF1-A1F8-EE01-119AEC92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AE245-19A4-63AB-72CD-7D92DFB4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042F-7A71-1384-2F66-532D53E9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76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539F0-B2FA-1841-B432-816A6FEB8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7430F-2FF5-B1F5-F18C-FD4FCA1FA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EAE30-8AFF-274E-A68C-136E679E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E2287-2BCA-3BF5-3CA2-74C0BBB96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00B14-155E-49C4-C14D-3000551D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24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9F7F0-CC1B-B2AA-082C-755D5EBC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414E9-4080-65EE-0426-E17729C37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F411A-F580-22DF-A94B-981D99036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3DA53-5207-47B1-9C3D-41F9F8B7FB9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51174-640D-CF29-A4BD-0746C825E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ED95A-627B-4A58-7B3E-9470D210B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0E5CA-1DD8-4D2A-B275-6EF12882F5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95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5C3A-2771-8171-BD28-E82A89C7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45E01-8B4A-6494-366B-28D9F1AF5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3E2C29-6086-A10B-C97B-495B54ACA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D45C6-0F3F-C04C-4BC6-61571F6E3E5E}"/>
              </a:ext>
            </a:extLst>
          </p:cNvPr>
          <p:cNvSpPr txBox="1"/>
          <p:nvPr/>
        </p:nvSpPr>
        <p:spPr>
          <a:xfrm>
            <a:off x="8045437" y="752444"/>
            <a:ext cx="391796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AI for Environmental and Marine Science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841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400438-77B3-3836-1673-3C3E059D5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b="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8DB4FA-D1B3-7DAB-4789-C26126872203}"/>
              </a:ext>
            </a:extLst>
          </p:cNvPr>
          <p:cNvSpPr txBox="1"/>
          <p:nvPr/>
        </p:nvSpPr>
        <p:spPr>
          <a:xfrm>
            <a:off x="6096000" y="4805279"/>
            <a:ext cx="615848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4400" i="0" dirty="0">
                <a:solidFill>
                  <a:schemeClr val="bg1"/>
                </a:solidFill>
                <a:effectLst/>
                <a:latin typeface="+mj-lt"/>
              </a:rPr>
              <a:t>Reinforcement Learning and Optimisation</a:t>
            </a:r>
            <a:endParaRPr lang="en-GB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232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DDBF85-B24A-F530-FB9A-AEAE435AA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b="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172A74-2E79-B02C-B8E5-6899727B6746}"/>
              </a:ext>
            </a:extLst>
          </p:cNvPr>
          <p:cNvSpPr txBox="1"/>
          <p:nvPr/>
        </p:nvSpPr>
        <p:spPr>
          <a:xfrm>
            <a:off x="6031992" y="4241030"/>
            <a:ext cx="615848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4400" dirty="0">
                <a:solidFill>
                  <a:schemeClr val="bg1"/>
                </a:solidFill>
                <a:latin typeface="+mj-lt"/>
              </a:rPr>
              <a:t>Trustworthy and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40012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679A5D-CD6F-D0DA-2638-1CB35488D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05DCED-7730-6DAE-DB0E-43B0DAE071A6}"/>
              </a:ext>
            </a:extLst>
          </p:cNvPr>
          <p:cNvSpPr txBox="1"/>
          <p:nvPr/>
        </p:nvSpPr>
        <p:spPr>
          <a:xfrm>
            <a:off x="5779008" y="2604254"/>
            <a:ext cx="62019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4400" dirty="0">
                <a:solidFill>
                  <a:schemeClr val="bg1"/>
                </a:solidFill>
                <a:latin typeface="+mj-lt"/>
              </a:rPr>
              <a:t>Mathematical Foundations of Generative Models</a:t>
            </a:r>
          </a:p>
        </p:txBody>
      </p:sp>
    </p:spTree>
    <p:extLst>
      <p:ext uri="{BB962C8B-B14F-4D97-AF65-F5344CB8AC3E}">
        <p14:creationId xmlns:p14="http://schemas.microsoft.com/office/powerpoint/2010/main" val="370390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 Seydi (Staff)</dc:creator>
  <cp:lastModifiedBy>Vahid Seydi (Staff)</cp:lastModifiedBy>
  <cp:revision>5</cp:revision>
  <dcterms:created xsi:type="dcterms:W3CDTF">2026-04-07T10:54:48Z</dcterms:created>
  <dcterms:modified xsi:type="dcterms:W3CDTF">2026-04-07T11:42:02Z</dcterms:modified>
</cp:coreProperties>
</file>